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67" r:id="rId17"/>
  </p:sldIdLst>
  <p:sldSz cx="18288000" cy="10287000"/>
  <p:notesSz cx="6858000" cy="9144000"/>
  <p:embeddedFontLst>
    <p:embeddedFont>
      <p:font typeface="Nice" panose="020B0604020202020204" charset="-78"/>
      <p:regular r:id="rId18"/>
    </p:embeddedFont>
    <p:embeddedFont>
      <p:font typeface="Times New Roman MT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ACBAD2-B3A6-4DDA-AE14-9BEADF038381}" v="34" dt="2026-01-03T07:52:10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09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U CHOUDHARY" userId="7daa5c601abac568" providerId="LiveId" clId="{BA323C2F-CEBF-4FDB-A5DD-91345EC14BDA}"/>
    <pc:docChg chg="undo custSel addSld modSld">
      <pc:chgData name="SONU CHOUDHARY" userId="7daa5c601abac568" providerId="LiveId" clId="{BA323C2F-CEBF-4FDB-A5DD-91345EC14BDA}" dt="2026-01-03T07:53:40.432" v="638" actId="1076"/>
      <pc:docMkLst>
        <pc:docMk/>
      </pc:docMkLst>
      <pc:sldChg chg="modSp mod">
        <pc:chgData name="SONU CHOUDHARY" userId="7daa5c601abac568" providerId="LiveId" clId="{BA323C2F-CEBF-4FDB-A5DD-91345EC14BDA}" dt="2026-01-03T07:37:10.068" v="574" actId="20577"/>
        <pc:sldMkLst>
          <pc:docMk/>
          <pc:sldMk cId="0" sldId="256"/>
        </pc:sldMkLst>
        <pc:spChg chg="mod">
          <ac:chgData name="SONU CHOUDHARY" userId="7daa5c601abac568" providerId="LiveId" clId="{BA323C2F-CEBF-4FDB-A5DD-91345EC14BDA}" dt="2026-01-03T07:37:10.068" v="57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ONU CHOUDHARY" userId="7daa5c601abac568" providerId="LiveId" clId="{BA323C2F-CEBF-4FDB-A5DD-91345EC14BDA}" dt="2025-12-18T07:49:48.826" v="1" actId="1076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SONU CHOUDHARY" userId="7daa5c601abac568" providerId="LiveId" clId="{BA323C2F-CEBF-4FDB-A5DD-91345EC14BDA}" dt="2026-01-03T07:53:40.432" v="638" actId="1076"/>
        <pc:sldMkLst>
          <pc:docMk/>
          <pc:sldMk cId="0" sldId="257"/>
        </pc:sldMkLst>
        <pc:spChg chg="mod">
          <ac:chgData name="SONU CHOUDHARY" userId="7daa5c601abac568" providerId="LiveId" clId="{BA323C2F-CEBF-4FDB-A5DD-91345EC14BDA}" dt="2026-01-03T07:38:18.400" v="583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53:40.432" v="638" actId="1076"/>
          <ac:spMkLst>
            <pc:docMk/>
            <pc:sldMk cId="0" sldId="257"/>
            <ac:spMk id="6" creationId="{00000000-0000-0000-0000-000000000000}"/>
          </ac:spMkLst>
        </pc:spChg>
      </pc:sldChg>
      <pc:sldChg chg="delSp modSp mod">
        <pc:chgData name="SONU CHOUDHARY" userId="7daa5c601abac568" providerId="LiveId" clId="{BA323C2F-CEBF-4FDB-A5DD-91345EC14BDA}" dt="2026-01-03T07:53:34.280" v="637" actId="1076"/>
        <pc:sldMkLst>
          <pc:docMk/>
          <pc:sldMk cId="0" sldId="258"/>
        </pc:sldMkLst>
        <pc:spChg chg="del mod">
          <ac:chgData name="SONU CHOUDHARY" userId="7daa5c601abac568" providerId="LiveId" clId="{BA323C2F-CEBF-4FDB-A5DD-91345EC14BDA}" dt="2026-01-03T07:11:24.085" v="4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53:34.280" v="637" actId="1076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SONU CHOUDHARY" userId="7daa5c601abac568" providerId="LiveId" clId="{BA323C2F-CEBF-4FDB-A5DD-91345EC14BDA}" dt="2026-01-03T07:11:24.079" v="38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12:37.100" v="51" actId="207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SONU CHOUDHARY" userId="7daa5c601abac568" providerId="LiveId" clId="{BA323C2F-CEBF-4FDB-A5DD-91345EC14BDA}" dt="2026-01-03T07:39:44.570" v="591" actId="1076"/>
        <pc:sldMkLst>
          <pc:docMk/>
          <pc:sldMk cId="0" sldId="259"/>
        </pc:sldMkLst>
        <pc:spChg chg="mod">
          <ac:chgData name="SONU CHOUDHARY" userId="7daa5c601abac568" providerId="LiveId" clId="{BA323C2F-CEBF-4FDB-A5DD-91345EC14BDA}" dt="2026-01-03T07:39:44.570" v="591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39:26.569" v="589" actId="5793"/>
          <ac:spMkLst>
            <pc:docMk/>
            <pc:sldMk cId="0" sldId="259"/>
            <ac:spMk id="3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39:40.473" v="590" actId="1076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SONU CHOUDHARY" userId="7daa5c601abac568" providerId="LiveId" clId="{BA323C2F-CEBF-4FDB-A5DD-91345EC14BDA}" dt="2026-01-03T07:40:50.602" v="615" actId="12"/>
        <pc:sldMkLst>
          <pc:docMk/>
          <pc:sldMk cId="0" sldId="260"/>
        </pc:sldMkLst>
        <pc:spChg chg="mod">
          <ac:chgData name="SONU CHOUDHARY" userId="7daa5c601abac568" providerId="LiveId" clId="{BA323C2F-CEBF-4FDB-A5DD-91345EC14BDA}" dt="2026-01-03T07:19:59.585" v="268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40:13.989" v="609" actId="1037"/>
          <ac:spMkLst>
            <pc:docMk/>
            <pc:sldMk cId="0" sldId="260"/>
            <ac:spMk id="3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19:28.976" v="229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40:50.602" v="615" actId="12"/>
          <ac:spMkLst>
            <pc:docMk/>
            <pc:sldMk cId="0" sldId="260"/>
            <ac:spMk id="7" creationId="{00000000-0000-0000-0000-000000000000}"/>
          </ac:spMkLst>
        </pc:spChg>
      </pc:sldChg>
      <pc:sldChg chg="delSp modSp mod">
        <pc:chgData name="SONU CHOUDHARY" userId="7daa5c601abac568" providerId="LiveId" clId="{BA323C2F-CEBF-4FDB-A5DD-91345EC14BDA}" dt="2026-01-03T07:53:26.897" v="636" actId="1076"/>
        <pc:sldMkLst>
          <pc:docMk/>
          <pc:sldMk cId="0" sldId="261"/>
        </pc:sldMkLst>
        <pc:spChg chg="mod">
          <ac:chgData name="SONU CHOUDHARY" userId="7daa5c601abac568" providerId="LiveId" clId="{BA323C2F-CEBF-4FDB-A5DD-91345EC14BDA}" dt="2026-01-03T07:20:57.440" v="289" actId="107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ONU CHOUDHARY" userId="7daa5c601abac568" providerId="LiveId" clId="{BA323C2F-CEBF-4FDB-A5DD-91345EC14BDA}" dt="2026-01-03T07:20:26.271" v="2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53:26.897" v="636" actId="1076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SONU CHOUDHARY" userId="7daa5c601abac568" providerId="LiveId" clId="{BA323C2F-CEBF-4FDB-A5DD-91345EC14BDA}" dt="2026-01-03T07:20:26.274" v="282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SONU CHOUDHARY" userId="7daa5c601abac568" providerId="LiveId" clId="{BA323C2F-CEBF-4FDB-A5DD-91345EC14BDA}" dt="2026-01-03T07:20:26.271" v="278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SONU CHOUDHARY" userId="7daa5c601abac568" providerId="LiveId" clId="{BA323C2F-CEBF-4FDB-A5DD-91345EC14BDA}" dt="2026-01-03T07:20:26.272" v="280"/>
          <ac:spMkLst>
            <pc:docMk/>
            <pc:sldMk cId="0" sldId="261"/>
            <ac:spMk id="10" creationId="{00000000-0000-0000-0000-000000000000}"/>
          </ac:spMkLst>
        </pc:spChg>
      </pc:sldChg>
      <pc:sldChg chg="delSp modSp mod">
        <pc:chgData name="SONU CHOUDHARY" userId="7daa5c601abac568" providerId="LiveId" clId="{BA323C2F-CEBF-4FDB-A5DD-91345EC14BDA}" dt="2026-01-03T07:23:25.443" v="365" actId="20577"/>
        <pc:sldMkLst>
          <pc:docMk/>
          <pc:sldMk cId="0" sldId="262"/>
        </pc:sldMkLst>
        <pc:spChg chg="mod">
          <ac:chgData name="SONU CHOUDHARY" userId="7daa5c601abac568" providerId="LiveId" clId="{BA323C2F-CEBF-4FDB-A5DD-91345EC14BDA}" dt="2026-01-03T07:21:54.944" v="30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23:25.443" v="365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21:50.128" v="299" actId="1076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SONU CHOUDHARY" userId="7daa5c601abac568" providerId="LiveId" clId="{BA323C2F-CEBF-4FDB-A5DD-91345EC14BDA}" dt="2026-01-03T07:21:18.424" v="292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SONU CHOUDHARY" userId="7daa5c601abac568" providerId="LiveId" clId="{BA323C2F-CEBF-4FDB-A5DD-91345EC14BDA}" dt="2026-01-03T07:25:39.098" v="398" actId="14100"/>
        <pc:sldMkLst>
          <pc:docMk/>
          <pc:sldMk cId="0" sldId="263"/>
        </pc:sldMkLst>
        <pc:spChg chg="mod">
          <ac:chgData name="SONU CHOUDHARY" userId="7daa5c601abac568" providerId="LiveId" clId="{BA323C2F-CEBF-4FDB-A5DD-91345EC14BDA}" dt="2026-01-03T07:24:03.753" v="373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25:39.098" v="398" actId="14100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SONU CHOUDHARY" userId="7daa5c601abac568" providerId="LiveId" clId="{BA323C2F-CEBF-4FDB-A5DD-91345EC14BDA}" dt="2026-01-03T07:53:17.750" v="635" actId="1038"/>
        <pc:sldMkLst>
          <pc:docMk/>
          <pc:sldMk cId="0" sldId="264"/>
        </pc:sldMkLst>
        <pc:spChg chg="mod">
          <ac:chgData name="SONU CHOUDHARY" userId="7daa5c601abac568" providerId="LiveId" clId="{BA323C2F-CEBF-4FDB-A5DD-91345EC14BDA}" dt="2026-01-03T07:53:17.750" v="635" actId="1038"/>
          <ac:spMkLst>
            <pc:docMk/>
            <pc:sldMk cId="0" sldId="264"/>
            <ac:spMk id="4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26:08.192" v="403" actId="1076"/>
          <ac:spMkLst>
            <pc:docMk/>
            <pc:sldMk cId="0" sldId="264"/>
            <ac:spMk id="7" creationId="{00000000-0000-0000-0000-000000000000}"/>
          </ac:spMkLst>
        </pc:spChg>
        <pc:picChg chg="add del mod">
          <ac:chgData name="SONU CHOUDHARY" userId="7daa5c601abac568" providerId="LiveId" clId="{BA323C2F-CEBF-4FDB-A5DD-91345EC14BDA}" dt="2026-01-03T07:09:52.884" v="33" actId="478"/>
          <ac:picMkLst>
            <pc:docMk/>
            <pc:sldMk cId="0" sldId="264"/>
            <ac:picMk id="9" creationId="{2342CC5B-8F76-FC20-34C2-A79A61C58372}"/>
          </ac:picMkLst>
        </pc:picChg>
        <pc:picChg chg="add del mod">
          <ac:chgData name="SONU CHOUDHARY" userId="7daa5c601abac568" providerId="LiveId" clId="{BA323C2F-CEBF-4FDB-A5DD-91345EC14BDA}" dt="2026-01-03T07:09:53.478" v="34" actId="478"/>
          <ac:picMkLst>
            <pc:docMk/>
            <pc:sldMk cId="0" sldId="264"/>
            <ac:picMk id="11" creationId="{FE54BB0D-D340-3FD1-7009-AB74BD68589D}"/>
          </ac:picMkLst>
        </pc:picChg>
      </pc:sldChg>
      <pc:sldChg chg="modSp mod">
        <pc:chgData name="SONU CHOUDHARY" userId="7daa5c601abac568" providerId="LiveId" clId="{BA323C2F-CEBF-4FDB-A5DD-91345EC14BDA}" dt="2026-01-03T07:28:04.680" v="434" actId="1076"/>
        <pc:sldMkLst>
          <pc:docMk/>
          <pc:sldMk cId="0" sldId="265"/>
        </pc:sldMkLst>
        <pc:spChg chg="mod">
          <ac:chgData name="SONU CHOUDHARY" userId="7daa5c601abac568" providerId="LiveId" clId="{BA323C2F-CEBF-4FDB-A5DD-91345EC14BDA}" dt="2026-01-03T07:28:04.680" v="434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27:27.126" v="429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ONU CHOUDHARY" userId="7daa5c601abac568" providerId="LiveId" clId="{BA323C2F-CEBF-4FDB-A5DD-91345EC14BDA}" dt="2026-01-03T07:53:08.008" v="632" actId="1076"/>
        <pc:sldMkLst>
          <pc:docMk/>
          <pc:sldMk cId="0" sldId="266"/>
        </pc:sldMkLst>
        <pc:spChg chg="mod">
          <ac:chgData name="SONU CHOUDHARY" userId="7daa5c601abac568" providerId="LiveId" clId="{BA323C2F-CEBF-4FDB-A5DD-91345EC14BDA}" dt="2026-01-03T07:29:01.264" v="44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53:08.008" v="632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SONU CHOUDHARY" userId="7daa5c601abac568" providerId="LiveId" clId="{BA323C2F-CEBF-4FDB-A5DD-91345EC14BDA}" dt="2026-01-03T07:29:42.907" v="476" actId="12"/>
          <ac:spMkLst>
            <pc:docMk/>
            <pc:sldMk cId="0" sldId="266"/>
            <ac:spMk id="7" creationId="{00000000-0000-0000-0000-000000000000}"/>
          </ac:spMkLst>
        </pc:spChg>
      </pc:sldChg>
      <pc:sldChg chg="delSp modSp add mod setBg">
        <pc:chgData name="SONU CHOUDHARY" userId="7daa5c601abac568" providerId="LiveId" clId="{BA323C2F-CEBF-4FDB-A5DD-91345EC14BDA}" dt="2026-01-03T07:53:00.600" v="631" actId="1076"/>
        <pc:sldMkLst>
          <pc:docMk/>
          <pc:sldMk cId="3570159751" sldId="268"/>
        </pc:sldMkLst>
        <pc:spChg chg="mod">
          <ac:chgData name="SONU CHOUDHARY" userId="7daa5c601abac568" providerId="LiveId" clId="{BA323C2F-CEBF-4FDB-A5DD-91345EC14BDA}" dt="2026-01-03T07:31:28.074" v="487" actId="1076"/>
          <ac:spMkLst>
            <pc:docMk/>
            <pc:sldMk cId="3570159751" sldId="268"/>
            <ac:spMk id="2" creationId="{ECBDA0A7-3C87-D5CD-A65D-993B62A8E0B6}"/>
          </ac:spMkLst>
        </pc:spChg>
        <pc:spChg chg="mod">
          <ac:chgData name="SONU CHOUDHARY" userId="7daa5c601abac568" providerId="LiveId" clId="{BA323C2F-CEBF-4FDB-A5DD-91345EC14BDA}" dt="2026-01-03T07:53:00.600" v="631" actId="1076"/>
          <ac:spMkLst>
            <pc:docMk/>
            <pc:sldMk cId="3570159751" sldId="268"/>
            <ac:spMk id="5" creationId="{392BE3A6-DC0E-7FEA-8F39-05DE6DDE4654}"/>
          </ac:spMkLst>
        </pc:spChg>
        <pc:spChg chg="del mod">
          <ac:chgData name="SONU CHOUDHARY" userId="7daa5c601abac568" providerId="LiveId" clId="{BA323C2F-CEBF-4FDB-A5DD-91345EC14BDA}" dt="2026-01-03T07:31:21.294" v="486"/>
          <ac:spMkLst>
            <pc:docMk/>
            <pc:sldMk cId="3570159751" sldId="268"/>
            <ac:spMk id="7" creationId="{5011F37A-4BB0-1EDA-8066-8894336F0E7E}"/>
          </ac:spMkLst>
        </pc:spChg>
      </pc:sldChg>
      <pc:sldChg chg="modSp add mod setBg">
        <pc:chgData name="SONU CHOUDHARY" userId="7daa5c601abac568" providerId="LiveId" clId="{BA323C2F-CEBF-4FDB-A5DD-91345EC14BDA}" dt="2026-01-03T07:32:31.242" v="501" actId="1076"/>
        <pc:sldMkLst>
          <pc:docMk/>
          <pc:sldMk cId="796175562" sldId="269"/>
        </pc:sldMkLst>
        <pc:spChg chg="mod">
          <ac:chgData name="SONU CHOUDHARY" userId="7daa5c601abac568" providerId="LiveId" clId="{BA323C2F-CEBF-4FDB-A5DD-91345EC14BDA}" dt="2026-01-03T07:32:26.882" v="500" actId="1076"/>
          <ac:spMkLst>
            <pc:docMk/>
            <pc:sldMk cId="796175562" sldId="269"/>
            <ac:spMk id="2" creationId="{9DDBBB04-4869-826E-A81C-55937170D393}"/>
          </ac:spMkLst>
        </pc:spChg>
        <pc:spChg chg="mod">
          <ac:chgData name="SONU CHOUDHARY" userId="7daa5c601abac568" providerId="LiveId" clId="{BA323C2F-CEBF-4FDB-A5DD-91345EC14BDA}" dt="2026-01-03T07:32:31.242" v="501" actId="1076"/>
          <ac:spMkLst>
            <pc:docMk/>
            <pc:sldMk cId="796175562" sldId="269"/>
            <ac:spMk id="5" creationId="{9BAA1376-5409-CCC0-014C-379FFB6A9509}"/>
          </ac:spMkLst>
        </pc:spChg>
        <pc:spChg chg="mod">
          <ac:chgData name="SONU CHOUDHARY" userId="7daa5c601abac568" providerId="LiveId" clId="{BA323C2F-CEBF-4FDB-A5DD-91345EC14BDA}" dt="2026-01-03T07:32:11.369" v="496" actId="12"/>
          <ac:spMkLst>
            <pc:docMk/>
            <pc:sldMk cId="796175562" sldId="269"/>
            <ac:spMk id="7" creationId="{75E51A8E-B2E4-92DF-6EF1-7422B88ED6A3}"/>
          </ac:spMkLst>
        </pc:spChg>
      </pc:sldChg>
      <pc:sldChg chg="modSp add mod setBg">
        <pc:chgData name="SONU CHOUDHARY" userId="7daa5c601abac568" providerId="LiveId" clId="{BA323C2F-CEBF-4FDB-A5DD-91345EC14BDA}" dt="2026-01-03T07:43:03.559" v="620" actId="12"/>
        <pc:sldMkLst>
          <pc:docMk/>
          <pc:sldMk cId="1116850026" sldId="270"/>
        </pc:sldMkLst>
        <pc:spChg chg="mod">
          <ac:chgData name="SONU CHOUDHARY" userId="7daa5c601abac568" providerId="LiveId" clId="{BA323C2F-CEBF-4FDB-A5DD-91345EC14BDA}" dt="2026-01-03T07:33:34.050" v="511" actId="1076"/>
          <ac:spMkLst>
            <pc:docMk/>
            <pc:sldMk cId="1116850026" sldId="270"/>
            <ac:spMk id="2" creationId="{3ED702C0-4E7C-6EC5-B520-AD7345670BD0}"/>
          </ac:spMkLst>
        </pc:spChg>
        <pc:spChg chg="mod">
          <ac:chgData name="SONU CHOUDHARY" userId="7daa5c601abac568" providerId="LiveId" clId="{BA323C2F-CEBF-4FDB-A5DD-91345EC14BDA}" dt="2026-01-03T07:42:46.386" v="616" actId="1076"/>
          <ac:spMkLst>
            <pc:docMk/>
            <pc:sldMk cId="1116850026" sldId="270"/>
            <ac:spMk id="5" creationId="{5B4EDE80-E773-CDDE-C656-8237DF536FAE}"/>
          </ac:spMkLst>
        </pc:spChg>
        <pc:spChg chg="mod">
          <ac:chgData name="SONU CHOUDHARY" userId="7daa5c601abac568" providerId="LiveId" clId="{BA323C2F-CEBF-4FDB-A5DD-91345EC14BDA}" dt="2026-01-03T07:43:03.559" v="620" actId="12"/>
          <ac:spMkLst>
            <pc:docMk/>
            <pc:sldMk cId="1116850026" sldId="270"/>
            <ac:spMk id="7" creationId="{844BBFFE-7E65-B8E1-A04D-E9CB48CD8A76}"/>
          </ac:spMkLst>
        </pc:spChg>
      </pc:sldChg>
      <pc:sldChg chg="addSp delSp modSp add mod setBg">
        <pc:chgData name="SONU CHOUDHARY" userId="7daa5c601abac568" providerId="LiveId" clId="{BA323C2F-CEBF-4FDB-A5DD-91345EC14BDA}" dt="2026-01-03T07:52:39.880" v="630" actId="1076"/>
        <pc:sldMkLst>
          <pc:docMk/>
          <pc:sldMk cId="3403929064" sldId="271"/>
        </pc:sldMkLst>
        <pc:spChg chg="mod">
          <ac:chgData name="SONU CHOUDHARY" userId="7daa5c601abac568" providerId="LiveId" clId="{BA323C2F-CEBF-4FDB-A5DD-91345EC14BDA}" dt="2026-01-03T07:52:19.456" v="626" actId="1076"/>
          <ac:spMkLst>
            <pc:docMk/>
            <pc:sldMk cId="3403929064" sldId="271"/>
            <ac:spMk id="2" creationId="{9D710200-924E-F7D5-D583-090E57DB8ED4}"/>
          </ac:spMkLst>
        </pc:spChg>
        <pc:spChg chg="mod">
          <ac:chgData name="SONU CHOUDHARY" userId="7daa5c601abac568" providerId="LiveId" clId="{BA323C2F-CEBF-4FDB-A5DD-91345EC14BDA}" dt="2026-01-03T07:52:22.520" v="627" actId="1076"/>
          <ac:spMkLst>
            <pc:docMk/>
            <pc:sldMk cId="3403929064" sldId="271"/>
            <ac:spMk id="5" creationId="{8505D091-42A9-444A-8899-29B890A3827C}"/>
          </ac:spMkLst>
        </pc:spChg>
        <pc:spChg chg="del mod">
          <ac:chgData name="SONU CHOUDHARY" userId="7daa5c601abac568" providerId="LiveId" clId="{BA323C2F-CEBF-4FDB-A5DD-91345EC14BDA}" dt="2026-01-03T07:35:15.336" v="548"/>
          <ac:spMkLst>
            <pc:docMk/>
            <pc:sldMk cId="3403929064" sldId="271"/>
            <ac:spMk id="7" creationId="{7B424A5E-AD0F-7B1A-32A6-0A91FD8B8833}"/>
          </ac:spMkLst>
        </pc:spChg>
        <pc:spChg chg="add">
          <ac:chgData name="SONU CHOUDHARY" userId="7daa5c601abac568" providerId="LiveId" clId="{BA323C2F-CEBF-4FDB-A5DD-91345EC14BDA}" dt="2026-01-03T07:34:05.822" v="524"/>
          <ac:spMkLst>
            <pc:docMk/>
            <pc:sldMk cId="3403929064" sldId="271"/>
            <ac:spMk id="8" creationId="{D0B6978E-66A9-34AF-C26E-42E5DD1E6C59}"/>
          </ac:spMkLst>
        </pc:spChg>
        <pc:spChg chg="add del mod">
          <ac:chgData name="SONU CHOUDHARY" userId="7daa5c601abac568" providerId="LiveId" clId="{BA323C2F-CEBF-4FDB-A5DD-91345EC14BDA}" dt="2026-01-03T07:34:46.179" v="544" actId="20577"/>
          <ac:spMkLst>
            <pc:docMk/>
            <pc:sldMk cId="3403929064" sldId="271"/>
            <ac:spMk id="9" creationId="{D74AE5A0-9E7C-A5A6-3338-D85C6B44017E}"/>
          </ac:spMkLst>
        </pc:spChg>
        <pc:spChg chg="add del mod">
          <ac:chgData name="SONU CHOUDHARY" userId="7daa5c601abac568" providerId="LiveId" clId="{BA323C2F-CEBF-4FDB-A5DD-91345EC14BDA}" dt="2026-01-03T07:34:45.207" v="542" actId="22"/>
          <ac:spMkLst>
            <pc:docMk/>
            <pc:sldMk cId="3403929064" sldId="271"/>
            <ac:spMk id="11" creationId="{6AA64EB9-39C1-076C-5C0E-37395358C7F0}"/>
          </ac:spMkLst>
        </pc:spChg>
        <pc:spChg chg="add del mod">
          <ac:chgData name="SONU CHOUDHARY" userId="7daa5c601abac568" providerId="LiveId" clId="{BA323C2F-CEBF-4FDB-A5DD-91345EC14BDA}" dt="2026-01-03T07:35:21.518" v="551"/>
          <ac:spMkLst>
            <pc:docMk/>
            <pc:sldMk cId="3403929064" sldId="271"/>
            <ac:spMk id="12" creationId="{CD0A84AC-4288-ECFE-79E3-CFD83FACB57E}"/>
          </ac:spMkLst>
        </pc:spChg>
        <pc:spChg chg="add mod">
          <ac:chgData name="SONU CHOUDHARY" userId="7daa5c601abac568" providerId="LiveId" clId="{BA323C2F-CEBF-4FDB-A5DD-91345EC14BDA}" dt="2026-01-03T07:52:39.880" v="630" actId="1076"/>
          <ac:spMkLst>
            <pc:docMk/>
            <pc:sldMk cId="3403929064" sldId="271"/>
            <ac:spMk id="14" creationId="{717622FE-8001-ECFC-7C1F-196D74CE3C0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1237" y="6580264"/>
            <a:ext cx="8299885" cy="4322857"/>
          </a:xfrm>
          <a:custGeom>
            <a:avLst/>
            <a:gdLst/>
            <a:ahLst/>
            <a:cxnLst/>
            <a:rect l="l" t="t" r="r" b="b"/>
            <a:pathLst>
              <a:path w="8299885" h="4322857">
                <a:moveTo>
                  <a:pt x="0" y="0"/>
                </a:moveTo>
                <a:lnTo>
                  <a:pt x="8299885" y="0"/>
                </a:lnTo>
                <a:lnTo>
                  <a:pt x="8299885" y="4322857"/>
                </a:lnTo>
                <a:lnTo>
                  <a:pt x="0" y="4322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94305" y="2972646"/>
            <a:ext cx="13306378" cy="186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3"/>
              </a:lnSpc>
            </a:pPr>
            <a:r>
              <a:rPr lang="en-US" sz="8042" dirty="0">
                <a:solidFill>
                  <a:srgbClr val="044A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8042" dirty="0" err="1">
                <a:solidFill>
                  <a:srgbClr val="044A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AirAware</a:t>
            </a:r>
            <a:r>
              <a:rPr lang="en-US" sz="8042" dirty="0">
                <a:solidFill>
                  <a:srgbClr val="044A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- Smart Air Quality Prediction System</a:t>
            </a:r>
          </a:p>
        </p:txBody>
      </p:sp>
      <p:sp>
        <p:nvSpPr>
          <p:cNvPr id="4" name="Freeform 4"/>
          <p:cNvSpPr/>
          <p:nvPr/>
        </p:nvSpPr>
        <p:spPr>
          <a:xfrm>
            <a:off x="9938761" y="-1400690"/>
            <a:ext cx="9778768" cy="4000405"/>
          </a:xfrm>
          <a:custGeom>
            <a:avLst/>
            <a:gdLst/>
            <a:ahLst/>
            <a:cxnLst/>
            <a:rect l="l" t="t" r="r" b="b"/>
            <a:pathLst>
              <a:path w="9778768" h="4000405">
                <a:moveTo>
                  <a:pt x="0" y="0"/>
                </a:moveTo>
                <a:lnTo>
                  <a:pt x="9778767" y="0"/>
                </a:lnTo>
                <a:lnTo>
                  <a:pt x="9778767" y="4000405"/>
                </a:lnTo>
                <a:lnTo>
                  <a:pt x="0" y="400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81932">
            <a:off x="-3481942" y="-59942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05715" y="7319535"/>
            <a:ext cx="12032406" cy="1784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505" spc="27" dirty="0">
                <a:solidFill>
                  <a:srgbClr val="044A6A"/>
                </a:solidFill>
                <a:latin typeface="Nice"/>
                <a:ea typeface="Nice"/>
                <a:cs typeface="Nice"/>
                <a:sym typeface="Nice"/>
              </a:rPr>
              <a:t>NAME: SAHIL D CHOUDHARY</a:t>
            </a:r>
          </a:p>
          <a:p>
            <a:pPr algn="l">
              <a:lnSpc>
                <a:spcPts val="3507"/>
              </a:lnSpc>
            </a:pPr>
            <a:r>
              <a:rPr lang="en-US" sz="2505" spc="27" dirty="0">
                <a:solidFill>
                  <a:srgbClr val="044A6A"/>
                </a:solidFill>
                <a:latin typeface="Nice"/>
                <a:ea typeface="Nice"/>
                <a:cs typeface="Nice"/>
                <a:sym typeface="Nice"/>
              </a:rPr>
              <a:t>TEAM NO. 2</a:t>
            </a:r>
          </a:p>
          <a:p>
            <a:pPr algn="l">
              <a:lnSpc>
                <a:spcPts val="3507"/>
              </a:lnSpc>
            </a:pPr>
            <a:r>
              <a:rPr lang="en-US" sz="2505" spc="27" dirty="0">
                <a:solidFill>
                  <a:srgbClr val="044A6A"/>
                </a:solidFill>
                <a:latin typeface="Nice"/>
                <a:ea typeface="Nice"/>
                <a:cs typeface="Nice"/>
                <a:sym typeface="Nice"/>
              </a:rPr>
              <a:t>PROJECT NAME: AIRAWARE - SMART AIR QUALITY PREDICTION SYSTEM</a:t>
            </a:r>
          </a:p>
          <a:p>
            <a:pPr algn="l">
              <a:lnSpc>
                <a:spcPts val="3507"/>
              </a:lnSpc>
            </a:pPr>
            <a:endParaRPr lang="en-US" sz="2505" spc="27" dirty="0">
              <a:solidFill>
                <a:srgbClr val="044A6A"/>
              </a:solidFill>
              <a:latin typeface="Nice"/>
              <a:ea typeface="Nice"/>
              <a:cs typeface="Nice"/>
              <a:sym typeface="Nice"/>
            </a:endParaRPr>
          </a:p>
        </p:txBody>
      </p:sp>
      <p:sp>
        <p:nvSpPr>
          <p:cNvPr id="7" name="Freeform 7"/>
          <p:cNvSpPr/>
          <p:nvPr/>
        </p:nvSpPr>
        <p:spPr>
          <a:xfrm rot="-4181932">
            <a:off x="12198850" y="5490538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241654" y="1462920"/>
            <a:ext cx="2011680" cy="153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44A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Title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03069" y="4591294"/>
            <a:ext cx="6888849" cy="720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1"/>
              </a:lnSpc>
              <a:spcBef>
                <a:spcPct val="0"/>
              </a:spcBef>
            </a:pPr>
            <a:r>
              <a:rPr lang="en-US" sz="4222" dirty="0">
                <a:solidFill>
                  <a:srgbClr val="044A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04041" y="723176"/>
            <a:ext cx="6545941" cy="119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1" dirty="0">
                <a:solidFill>
                  <a:srgbClr val="00335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9337" y="2453271"/>
            <a:ext cx="15879963" cy="561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69"/>
              </a:lnSpc>
            </a:pP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Air Aware is a smart, AI-powered web-based system designed to monitor, </a:t>
            </a:r>
            <a:r>
              <a:rPr lang="en-US" sz="2335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analyse</a:t>
            </a: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and forecast air quality in real time. The platform integrates Machine Learning (ML), modern web technologies, APIs, and databases to deliver accurate Air Quality Index (AQI) predictions to users.</a:t>
            </a:r>
          </a:p>
          <a:p>
            <a:pPr algn="just">
              <a:lnSpc>
                <a:spcPts val="3269"/>
              </a:lnSpc>
            </a:pP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The system processes pollutant data such as PM2.5, PM10, NO2, SO2, CO, and Ozone, collected from datasets (Kaggle) and real-time sensors. After processing the input using ML models, Air Aware provides:</a:t>
            </a:r>
          </a:p>
          <a:p>
            <a:pPr algn="just">
              <a:lnSpc>
                <a:spcPts val="3269"/>
              </a:lnSpc>
            </a:pPr>
            <a:endParaRPr lang="en-US" sz="2335" spc="25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342900" indent="-342900" algn="just">
              <a:lnSpc>
                <a:spcPts val="3619"/>
              </a:lnSpc>
              <a:buFont typeface="Arial" panose="020B0604020202020204" pitchFamily="34" charset="0"/>
              <a:buChar char="•"/>
            </a:pP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Real-time AQI</a:t>
            </a:r>
          </a:p>
          <a:p>
            <a:pPr marL="342900" indent="-342900" algn="just">
              <a:lnSpc>
                <a:spcPts val="3619"/>
              </a:lnSpc>
              <a:buFont typeface="Arial" panose="020B0604020202020204" pitchFamily="34" charset="0"/>
              <a:buChar char="•"/>
            </a:pP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Future AQI forecast</a:t>
            </a:r>
          </a:p>
          <a:p>
            <a:pPr marL="342900" indent="-342900" algn="just">
              <a:lnSpc>
                <a:spcPts val="3619"/>
              </a:lnSpc>
              <a:buFont typeface="Arial" panose="020B0604020202020204" pitchFamily="34" charset="0"/>
              <a:buChar char="•"/>
            </a:pP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Weather conditions (Sunny, Rainy, Cloudy, etc.)</a:t>
            </a:r>
          </a:p>
          <a:p>
            <a:pPr marL="342900" indent="-342900" algn="just">
              <a:lnSpc>
                <a:spcPts val="3619"/>
              </a:lnSpc>
              <a:buFont typeface="Arial" panose="020B0604020202020204" pitchFamily="34" charset="0"/>
              <a:buChar char="•"/>
            </a:pP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Health implications (Safe / Unsafe to inhale)</a:t>
            </a:r>
          </a:p>
          <a:p>
            <a:pPr algn="just">
              <a:lnSpc>
                <a:spcPts val="3269"/>
              </a:lnSpc>
            </a:pPr>
            <a:r>
              <a:rPr lang="en-US" sz="2335" spc="2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The goal is to achieve 95–98% model accuracy and provide interactive dashboards for clean and meaningful insights to the user.</a:t>
            </a:r>
          </a:p>
          <a:p>
            <a:pPr algn="just">
              <a:lnSpc>
                <a:spcPts val="3269"/>
              </a:lnSpc>
            </a:pPr>
            <a:endParaRPr lang="en-US" sz="2335" spc="25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algn="just">
              <a:lnSpc>
                <a:spcPts val="3269"/>
              </a:lnSpc>
            </a:pPr>
            <a:endParaRPr lang="en-US" sz="2335" spc="25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89918">
            <a:off x="-4236951" y="-2796009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21000" y="-1661529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3" y="0"/>
                </a:lnTo>
                <a:lnTo>
                  <a:pt x="62003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671203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44800" y="-163830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828800" y="4074363"/>
            <a:ext cx="14195541" cy="2036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6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Backend Architecture &amp; Environment Setup</a:t>
            </a:r>
            <a:endParaRPr lang="en-US" sz="6600" dirty="0">
              <a:solidFill>
                <a:schemeClr val="tx2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9000" y="1456489"/>
            <a:ext cx="11811961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Backend Overview</a:t>
            </a:r>
            <a:endParaRPr lang="en-US" sz="8000" dirty="0">
              <a:solidFill>
                <a:schemeClr val="tx2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429000" y="2917700"/>
            <a:ext cx="12345359" cy="6385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Backend Overview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backend architecture using Python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RESTful API principles for clean and scalable communication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environment-based configuration using .env files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 MySQL as the database for flexibility with large AQI datasets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backend with separation of concerns: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Utilities</a:t>
            </a:r>
          </a:p>
        </p:txBody>
      </p:sp>
      <p:sp>
        <p:nvSpPr>
          <p:cNvPr id="4" name="Freeform 4"/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44800" y="-1658037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5200" y="766958"/>
            <a:ext cx="119634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MySQL</a:t>
            </a:r>
          </a:p>
          <a:p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Integration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815340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73400" y="-1849917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48200" y="3368918"/>
            <a:ext cx="12457466" cy="510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MySQL Integration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MySQL for schema definition and validation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AQI schema with: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details (State, City)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Pollutant parameters (PM2.5, PM10, NO2, SO2, CO, Ozone, etc.)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features (Year, Month, Day, Weekday)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secure database connection using MySQL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automatic connection handling and error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3845" y="3920417"/>
            <a:ext cx="13335000" cy="2036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API Development &amp; Data Handling</a:t>
            </a:r>
            <a:endParaRPr lang="en-US" sz="8000" dirty="0">
              <a:solidFill>
                <a:schemeClr val="tx2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21000" y="-163830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110993" y="7190307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8" y="0"/>
                </a:lnTo>
                <a:lnTo>
                  <a:pt x="4577318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10954" y="1102324"/>
            <a:ext cx="1226805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AQI Data APIs Development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40032" y="2773902"/>
            <a:ext cx="8091407" cy="573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Data APIs Development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multiple REST APIs for AQI data access: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AQI data for all stations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AQI data of Maharashtra State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JSON-based API responses for frontend integration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error handling for: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failures</a:t>
            </a:r>
          </a:p>
        </p:txBody>
      </p:sp>
      <p:sp>
        <p:nvSpPr>
          <p:cNvPr id="4" name="Freeform 4"/>
          <p:cNvSpPr/>
          <p:nvPr/>
        </p:nvSpPr>
        <p:spPr>
          <a:xfrm>
            <a:off x="9076078" y="6875720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73400" y="-1798234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3" y="0"/>
                </a:lnTo>
                <a:lnTo>
                  <a:pt x="62003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6200" y="723190"/>
            <a:ext cx="10072247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Upload &amp; Data Seeding Mechanism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14800" y="3924300"/>
            <a:ext cx="11201400" cy="380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Upload &amp; Data Seeding Mechanism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CSV file upload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large AQI datasets using csv-parser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raw CSV values into database-compatible formats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Prevented duplicate seeding by checking existing records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initial dataset ingestion during backend startup</a:t>
            </a:r>
          </a:p>
        </p:txBody>
      </p:sp>
      <p:sp>
        <p:nvSpPr>
          <p:cNvPr id="4" name="Freeform 4"/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89918">
            <a:off x="-4236951" y="-167316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60"/>
                </a:lnTo>
                <a:lnTo>
                  <a:pt x="0" y="596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74750" y="-1563809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92816" y="-163830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28800" y="4140772"/>
            <a:ext cx="13788571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 – Machine Learning Integration</a:t>
            </a:r>
            <a:endParaRPr lang="en-US" sz="8000" dirty="0">
              <a:solidFill>
                <a:schemeClr val="tx2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770" y="555162"/>
            <a:ext cx="15314431" cy="162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 Integration with Backend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1" y="2942552"/>
            <a:ext cx="12801600" cy="5739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Integration with Backend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AQI prediction logic using Python-based ML model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Python ML script with Node.js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PythonShell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 environmental features as input:</a:t>
            </a:r>
          </a:p>
          <a:p>
            <a:pPr lvl="1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Humidity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prediction output and sent it back as API response</a:t>
            </a:r>
          </a:p>
        </p:txBody>
      </p:sp>
      <p:sp>
        <p:nvSpPr>
          <p:cNvPr id="4" name="Freeform 4"/>
          <p:cNvSpPr/>
          <p:nvPr/>
        </p:nvSpPr>
        <p:spPr>
          <a:xfrm>
            <a:off x="8671203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89918">
            <a:off x="-4154233" y="-1978217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5" y="0"/>
                </a:lnTo>
                <a:lnTo>
                  <a:pt x="9021285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21938" y="-1595267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5833" y="1494207"/>
            <a:ext cx="13096334" cy="102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API</a:t>
            </a:r>
            <a:endParaRPr lang="en-US" sz="8000" dirty="0">
              <a:solidFill>
                <a:schemeClr val="tx2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44800" y="-1591337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86293" y="3254618"/>
            <a:ext cx="11508647" cy="380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API &amp; Policy Simulation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/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/predict/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historical AQI data for selected city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policy simulation:</a:t>
            </a:r>
          </a:p>
          <a:p>
            <a:pPr lvl="1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pollutant reduction (PM2.5 reduction percentage)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decision-making scenarios for pollution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2AA4-A29C-E793-1B47-64C4D3A9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CBDA0A7-3C87-D5CD-A65D-993B62A8E0B6}"/>
              </a:ext>
            </a:extLst>
          </p:cNvPr>
          <p:cNvSpPr txBox="1"/>
          <p:nvPr/>
        </p:nvSpPr>
        <p:spPr>
          <a:xfrm>
            <a:off x="2209800" y="3924300"/>
            <a:ext cx="13096334" cy="203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4 – System Integration &amp; Optimization</a:t>
            </a:r>
            <a:endParaRPr lang="en-US" sz="8000" dirty="0">
              <a:solidFill>
                <a:schemeClr val="tx2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EE5B864-ACB8-6BA6-7BB1-4B9C56B863AC}"/>
              </a:ext>
            </a:extLst>
          </p:cNvPr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A8312C0-D62B-03A9-A0E6-481A8530CC8C}"/>
              </a:ext>
            </a:extLst>
          </p:cNvPr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92BE3A6-DC0E-7FEA-8F39-05DE6DDE4654}"/>
              </a:ext>
            </a:extLst>
          </p:cNvPr>
          <p:cNvSpPr/>
          <p:nvPr/>
        </p:nvSpPr>
        <p:spPr>
          <a:xfrm>
            <a:off x="15621000" y="-156210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EC64DED-D723-665C-E716-A8147334A60A}"/>
              </a:ext>
            </a:extLst>
          </p:cNvPr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70159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F41A-0FF5-D791-0CB5-40AA6A87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DDBBB04-4869-826E-A81C-55937170D393}"/>
              </a:ext>
            </a:extLst>
          </p:cNvPr>
          <p:cNvSpPr txBox="1"/>
          <p:nvPr/>
        </p:nvSpPr>
        <p:spPr>
          <a:xfrm>
            <a:off x="2832357" y="800100"/>
            <a:ext cx="13096334" cy="162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Frontend–Backend Integration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6D096A-F211-2465-2FB1-0723A5DAEF27}"/>
              </a:ext>
            </a:extLst>
          </p:cNvPr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88A8768-D388-3F3F-1D41-0511528B57BB}"/>
              </a:ext>
            </a:extLst>
          </p:cNvPr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BAA1376-5409-CCC0-014C-379FFB6A9509}"/>
              </a:ext>
            </a:extLst>
          </p:cNvPr>
          <p:cNvSpPr/>
          <p:nvPr/>
        </p:nvSpPr>
        <p:spPr>
          <a:xfrm>
            <a:off x="15621000" y="-1689255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C469D57-46B1-2256-BA3B-934B0B7E9B37}"/>
              </a:ext>
            </a:extLst>
          </p:cNvPr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E51A8E-B2E4-92DF-6EF1-7422B88ED6A3}"/>
              </a:ext>
            </a:extLst>
          </p:cNvPr>
          <p:cNvSpPr txBox="1"/>
          <p:nvPr/>
        </p:nvSpPr>
        <p:spPr>
          <a:xfrm>
            <a:off x="3586293" y="3254618"/>
            <a:ext cx="11508647" cy="315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Frontend–Backend Integration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frontend dashboard with backend APIs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dynamic data visualization using API responses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CORS configuration for cross-origin requests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API responses for charts, maps, and prediction display</a:t>
            </a:r>
          </a:p>
        </p:txBody>
      </p:sp>
    </p:spTree>
    <p:extLst>
      <p:ext uri="{BB962C8B-B14F-4D97-AF65-F5344CB8AC3E}">
        <p14:creationId xmlns:p14="http://schemas.microsoft.com/office/powerpoint/2010/main" val="796175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6FDA-E45B-E8BF-5E37-B7F0268C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D702C0-4E7C-6EC5-B520-AD7345670BD0}"/>
              </a:ext>
            </a:extLst>
          </p:cNvPr>
          <p:cNvSpPr txBox="1"/>
          <p:nvPr/>
        </p:nvSpPr>
        <p:spPr>
          <a:xfrm>
            <a:off x="2971800" y="1255361"/>
            <a:ext cx="13096334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8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Reliability &amp; Error Handling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97487E4-E304-66E4-46B8-24B07A60DD31}"/>
              </a:ext>
            </a:extLst>
          </p:cNvPr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13A8CCE-7B58-CB6C-E536-6659512416F4}"/>
              </a:ext>
            </a:extLst>
          </p:cNvPr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B4EDE80-E773-CDDE-C656-8237DF536FAE}"/>
              </a:ext>
            </a:extLst>
          </p:cNvPr>
          <p:cNvSpPr/>
          <p:nvPr/>
        </p:nvSpPr>
        <p:spPr>
          <a:xfrm>
            <a:off x="15621000" y="-1605223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571CCD8-0F51-A96F-7864-63424341AA9A}"/>
              </a:ext>
            </a:extLst>
          </p:cNvPr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4BBFFE-7E65-B8E1-A04D-E9CB48CD8A76}"/>
              </a:ext>
            </a:extLst>
          </p:cNvPr>
          <p:cNvSpPr txBox="1"/>
          <p:nvPr/>
        </p:nvSpPr>
        <p:spPr>
          <a:xfrm>
            <a:off x="3657600" y="4176374"/>
            <a:ext cx="11508647" cy="3164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Reliability &amp; Error Handling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structured error handling across APIs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large datasets efficiently using streaming techniques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files and database connection failures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backend stability during multiple API requests</a:t>
            </a:r>
          </a:p>
        </p:txBody>
      </p:sp>
    </p:spTree>
    <p:extLst>
      <p:ext uri="{BB962C8B-B14F-4D97-AF65-F5344CB8AC3E}">
        <p14:creationId xmlns:p14="http://schemas.microsoft.com/office/powerpoint/2010/main" val="111685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4E9A-D749-D2D1-4256-F0DC1C4F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D710200-924E-F7D5-D583-090E57DB8ED4}"/>
              </a:ext>
            </a:extLst>
          </p:cNvPr>
          <p:cNvSpPr txBox="1"/>
          <p:nvPr/>
        </p:nvSpPr>
        <p:spPr>
          <a:xfrm>
            <a:off x="1981200" y="1592018"/>
            <a:ext cx="13096334" cy="104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dirty="0">
                <a:solidFill>
                  <a:schemeClr val="tx2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C</a:t>
            </a:r>
            <a:r>
              <a:rPr lang="en-IN" sz="8000" dirty="0" err="1">
                <a:solidFill>
                  <a:schemeClr val="tx2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onclusion</a:t>
            </a:r>
            <a:endParaRPr lang="en-US" sz="8000" dirty="0">
              <a:solidFill>
                <a:schemeClr val="tx2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9A5174-CB0C-0BCA-2D21-467032B78099}"/>
              </a:ext>
            </a:extLst>
          </p:cNvPr>
          <p:cNvSpPr/>
          <p:nvPr/>
        </p:nvSpPr>
        <p:spPr>
          <a:xfrm>
            <a:off x="8262240" y="6110626"/>
            <a:ext cx="10166061" cy="5523560"/>
          </a:xfrm>
          <a:custGeom>
            <a:avLst/>
            <a:gdLst/>
            <a:ahLst/>
            <a:cxnLst/>
            <a:rect l="l" t="t" r="r" b="b"/>
            <a:pathLst>
              <a:path w="10166061" h="5523560">
                <a:moveTo>
                  <a:pt x="0" y="0"/>
                </a:moveTo>
                <a:lnTo>
                  <a:pt x="10166061" y="0"/>
                </a:lnTo>
                <a:lnTo>
                  <a:pt x="10166061" y="5523560"/>
                </a:lnTo>
                <a:lnTo>
                  <a:pt x="0" y="55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D9F6130-D6D8-C1BE-C6BE-99A4F5473723}"/>
              </a:ext>
            </a:extLst>
          </p:cNvPr>
          <p:cNvSpPr/>
          <p:nvPr/>
        </p:nvSpPr>
        <p:spPr>
          <a:xfrm rot="-3689918">
            <a:off x="-3481942" y="-1490472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505D091-42A9-444A-8899-29B890A3827C}"/>
              </a:ext>
            </a:extLst>
          </p:cNvPr>
          <p:cNvSpPr/>
          <p:nvPr/>
        </p:nvSpPr>
        <p:spPr>
          <a:xfrm>
            <a:off x="15544800" y="-1506600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445C65D-8590-238B-B82E-F1BC1F68DA57}"/>
              </a:ext>
            </a:extLst>
          </p:cNvPr>
          <p:cNvSpPr/>
          <p:nvPr/>
        </p:nvSpPr>
        <p:spPr>
          <a:xfrm>
            <a:off x="-1764947" y="6875720"/>
            <a:ext cx="4577317" cy="6822560"/>
          </a:xfrm>
          <a:custGeom>
            <a:avLst/>
            <a:gdLst/>
            <a:ahLst/>
            <a:cxnLst/>
            <a:rect l="l" t="t" r="r" b="b"/>
            <a:pathLst>
              <a:path w="4577317" h="6822560">
                <a:moveTo>
                  <a:pt x="0" y="0"/>
                </a:moveTo>
                <a:lnTo>
                  <a:pt x="4577317" y="0"/>
                </a:lnTo>
                <a:lnTo>
                  <a:pt x="4577317" y="6822560"/>
                </a:lnTo>
                <a:lnTo>
                  <a:pt x="0" y="682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622FE-8001-ECFC-7C1F-196D74CE3C02}"/>
              </a:ext>
            </a:extLst>
          </p:cNvPr>
          <p:cNvSpPr txBox="1"/>
          <p:nvPr/>
        </p:nvSpPr>
        <p:spPr>
          <a:xfrm>
            <a:off x="3117954" y="3390900"/>
            <a:ext cx="12052092" cy="390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AirAware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AQI Prediction System successfully demonstrates the integration of backend development, API handling, and machine learning to build a complete, data-driven air quality monitoring platform. Overall, this project strengthened practical skills in backend engineering, data processing, and ML integration while addressing a real-world environmental problem with a scalable and intelligent solution.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29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1237" y="6580264"/>
            <a:ext cx="8299885" cy="4322857"/>
          </a:xfrm>
          <a:custGeom>
            <a:avLst/>
            <a:gdLst/>
            <a:ahLst/>
            <a:cxnLst/>
            <a:rect l="l" t="t" r="r" b="b"/>
            <a:pathLst>
              <a:path w="8299885" h="4322857">
                <a:moveTo>
                  <a:pt x="0" y="0"/>
                </a:moveTo>
                <a:lnTo>
                  <a:pt x="8299885" y="0"/>
                </a:lnTo>
                <a:lnTo>
                  <a:pt x="8299885" y="4322857"/>
                </a:lnTo>
                <a:lnTo>
                  <a:pt x="0" y="4322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55399" y="4418110"/>
            <a:ext cx="8112991" cy="168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10"/>
              </a:lnSpc>
            </a:pPr>
            <a:r>
              <a:rPr lang="en-US" sz="12671">
                <a:solidFill>
                  <a:srgbClr val="044A6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9938761" y="-1400690"/>
            <a:ext cx="9778768" cy="4000405"/>
          </a:xfrm>
          <a:custGeom>
            <a:avLst/>
            <a:gdLst/>
            <a:ahLst/>
            <a:cxnLst/>
            <a:rect l="l" t="t" r="r" b="b"/>
            <a:pathLst>
              <a:path w="9778768" h="4000405">
                <a:moveTo>
                  <a:pt x="0" y="0"/>
                </a:moveTo>
                <a:lnTo>
                  <a:pt x="9778767" y="0"/>
                </a:lnTo>
                <a:lnTo>
                  <a:pt x="9778767" y="4000405"/>
                </a:lnTo>
                <a:lnTo>
                  <a:pt x="0" y="400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81932">
            <a:off x="-2893003" y="8590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5" y="0"/>
                </a:lnTo>
                <a:lnTo>
                  <a:pt x="9021285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81932">
            <a:off x="11286547" y="4940010"/>
            <a:ext cx="9021285" cy="5969359"/>
          </a:xfrm>
          <a:custGeom>
            <a:avLst/>
            <a:gdLst/>
            <a:ahLst/>
            <a:cxnLst/>
            <a:rect l="l" t="t" r="r" b="b"/>
            <a:pathLst>
              <a:path w="9021285" h="5969359">
                <a:moveTo>
                  <a:pt x="0" y="0"/>
                </a:moveTo>
                <a:lnTo>
                  <a:pt x="9021284" y="0"/>
                </a:lnTo>
                <a:lnTo>
                  <a:pt x="9021284" y="5969359"/>
                </a:lnTo>
                <a:lnTo>
                  <a:pt x="0" y="5969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642</Words>
  <Application>Microsoft Office PowerPoint</Application>
  <PresentationFormat>Custom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 New Roman</vt:lpstr>
      <vt:lpstr>Calibri</vt:lpstr>
      <vt:lpstr>Arial</vt:lpstr>
      <vt:lpstr>Times New Roman MT</vt:lpstr>
      <vt:lpstr>Nice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AirAware ppt</dc:title>
  <cp:lastModifiedBy>SONU CHOUDHARY</cp:lastModifiedBy>
  <cp:revision>1</cp:revision>
  <dcterms:created xsi:type="dcterms:W3CDTF">2006-08-16T00:00:00Z</dcterms:created>
  <dcterms:modified xsi:type="dcterms:W3CDTF">2026-01-03T07:53:45Z</dcterms:modified>
  <dc:identifier>DAG5PM9zoIY</dc:identifier>
</cp:coreProperties>
</file>